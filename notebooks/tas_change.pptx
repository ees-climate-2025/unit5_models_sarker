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E00F1-61A0-203F-55DA-E8990A80E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AF4AEA-E630-CC5D-E91D-51A3B80381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9AC4C-AD58-30BA-33D8-708D4C591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EA796-5717-0C20-072A-5103657E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0A14CD-DE3C-7823-1BBA-9CD242211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282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8EFD-F9D7-E52E-F7FD-959649504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DF11D-B4CD-FC4A-DB1E-5252551CE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16527-51EC-F3F6-D6E4-913C4A96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BBA41-E67E-EA4D-911F-3C394C5A4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F07E8-1781-9354-B6DF-F96A84B38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97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46128D-615C-DA4A-D8F7-E40D7F5E4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61994-3858-3BA4-0798-4520E41872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AF12A6-E963-EC47-929D-47480CE4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C05A21-C352-6F9A-F229-0B62BC38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FE450-A7CF-90A5-C7BA-D2C470400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47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5A501-D2B4-68DB-D3F4-6A8FB8BD3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25C0DC-48B6-8DAA-9461-4CD1B421EC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BD8C72-EA5F-4983-C55D-37475F0AE0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2137D-0180-278B-605E-E480920B0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76FF0C-C12A-2BBC-2C4E-9CA174EC0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73427E-4AFC-C828-676F-59345D4A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3A6A5-0F49-D3E3-D835-6F82A77A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2FC3C-F903-FF8A-B150-EA97D259C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03AEA-4616-53D1-0489-CE402BC36C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8409EF-1376-724A-1DB1-B4CAC419A1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781841-EE3F-0ECA-B32E-CCCD49D89A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454465-CC36-A77D-7219-9AC413F58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27C2FB-5BD1-D8CF-1116-C69A4EB7A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A80911-DCE1-65D6-160A-BA349643D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CAC6B8-E2A5-BD00-2D75-F500A7EA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5ED0EC-4AA2-3FED-22C3-0D33F2241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6E7F2-E1DB-26E5-E32F-250FC18EC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4DDEC-D47D-8CE3-171C-7DE5643DC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06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181574-8969-D371-8895-446CB94E5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76C913-1886-9D28-40EC-B483056755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7B2BE-F939-859A-FF4B-8CEB67DC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371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6995-A9F9-D560-E1F5-47329AF25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9F627-E7E4-DBC8-0C80-C914B4D87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54065-2241-D73D-639B-36F00C310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52A141-982E-F359-80E5-F01BBD14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10C564-F4D0-F0E8-525D-F6224081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A6ECFB-FDAD-F500-79CD-8146B8B9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F6A8-B5E0-3EFB-4EAC-5D0BFB912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F46A0A-89BE-3B00-AF0E-66B2BD1BB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A9ACA-C455-0DF2-DED0-5D24705BBE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29C75-085C-D5A5-B6AB-A81BF2759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9AD13-03DB-D25F-67AB-6E0EE8C5E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9D8BF-A8A2-7520-DDEF-7E294E287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908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65534-1F55-E397-5AD5-DA7EDC0C7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9E6B0A-2485-A1D6-E988-2216A7CB6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6D125F-22F6-6BF3-A4A4-FD7EB9C9B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1DA79-3630-9207-1B38-7F368974B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7A073-B5BD-74C1-3CE6-79D6DD78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72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44F955-B898-E98A-3585-E6E47E5A0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E2401-2582-FE2A-3BB1-CCB12A643C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1A60C6-E8AA-DF45-E2F6-F672E2E58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D370D1-63D5-07E4-CE6F-B29B0CDF8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63C1A-722E-19FA-09C2-9370052F5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57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D010777-BB59-459C-32A0-95C189C23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BCD32A-D2BB-966F-7981-42355ECB7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6635A-DF42-9003-0611-49EC4258B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7EA59D-7F9B-4592-935F-B1B472D2F6B6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B94BF-B37B-1A9D-B41E-BEB7DE0EB7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250A-1E27-E56E-F44E-E895381355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41B7B-C9E6-403F-85CD-D1434E2EB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149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0109DBC-1351-A764-DF62-481660B4242D}"/>
              </a:ext>
            </a:extLst>
          </p:cNvPr>
          <p:cNvGrpSpPr/>
          <p:nvPr/>
        </p:nvGrpSpPr>
        <p:grpSpPr>
          <a:xfrm>
            <a:off x="661908" y="671158"/>
            <a:ext cx="10880479" cy="5329771"/>
            <a:chOff x="661908" y="671158"/>
            <a:chExt cx="10880479" cy="5329771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AB58420-D7E8-E471-347F-E55EA1E9B1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1908" y="682490"/>
              <a:ext cx="3265999" cy="2155478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57CF093-F4F2-E431-7EAD-2D504EB2BD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46581" y="682490"/>
              <a:ext cx="3737363" cy="2339713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60BFA2-BC0E-5659-4CE3-89A94736C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02618" y="671158"/>
              <a:ext cx="3239769" cy="213281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A442B9A-3EE0-CF68-9202-81CE21650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661908" y="3649884"/>
              <a:ext cx="3265999" cy="215547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03FCF54-B6CF-939F-C3A8-0C5B2E52BF6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246581" y="3661216"/>
              <a:ext cx="3737363" cy="233971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E017E6D-BA8F-8F62-4807-918D85B0C3A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8302618" y="3649884"/>
              <a:ext cx="3239769" cy="213281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44343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1</cp:revision>
  <dcterms:created xsi:type="dcterms:W3CDTF">2025-12-11T16:57:21Z</dcterms:created>
  <dcterms:modified xsi:type="dcterms:W3CDTF">2025-12-11T17:00:56Z</dcterms:modified>
</cp:coreProperties>
</file>