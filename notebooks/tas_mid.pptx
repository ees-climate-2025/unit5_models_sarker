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EAC76-4B6F-5C78-2505-A6EF333782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E5AE91-CEF4-68E4-1790-BB849C72F3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7B35F-7E7B-1198-16AE-98F70C700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41044-F8EE-4CBA-B3C0-4CC30CAA3EE8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D0723-EF10-F0D7-7A22-103965AD3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12DBD-AE02-14C5-5EB4-A21B76212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FA25F-6E87-4A44-BEF5-AAED6328A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990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CADD9-2E5A-9DE4-DE96-F2F07DB27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F4CB7-3A6B-75F4-F17E-AD22BDBC8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B05FF-F5AA-6B82-9B7E-593A6B846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41044-F8EE-4CBA-B3C0-4CC30CAA3EE8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A23E9-4D10-A73B-E54A-B8938BD05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A26C7-807C-1AC8-ADD4-1ABE2170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FA25F-6E87-4A44-BEF5-AAED6328A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067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11DFE-205A-E250-C50D-F9620A14F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ED876-F1C2-33FB-FC66-D8D536BE6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DAEC2-3497-AE30-EFC0-F578C5E15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41044-F8EE-4CBA-B3C0-4CC30CAA3EE8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5334D-EE7E-14BE-D0E1-AE7DFB109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38A8C-70F3-D061-D7AC-FD5054A0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FA25F-6E87-4A44-BEF5-AAED6328A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511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66717-0EE3-1C56-77CD-C01566E3B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DC62F-605E-9BE9-E2F6-4D4C285772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9540B-D858-EECA-99A0-EBCFEFE695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EFAD8A-63B9-F450-AA27-FBAB7A84E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41044-F8EE-4CBA-B3C0-4CC30CAA3EE8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9F042C-AA6D-6BF4-1BA7-DB66E919B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598812-72B2-DF87-3EB6-E8C9BE6D1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FA25F-6E87-4A44-BEF5-AAED6328A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420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A725A-E811-AFC8-B61B-A7717E1F8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B7E9A-B458-5B38-F6E8-387431AF5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95014E-E959-078B-30B5-F0B2716181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5FE2A4-20E9-3F41-2766-2F2539A7B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44C0AF-E54F-E9BE-7F44-8009165071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6BD778-D9F9-0E7E-A108-9BFA6DAF5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41044-F8EE-4CBA-B3C0-4CC30CAA3EE8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3D0291-7FA2-FD25-1DDC-3FA13224C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937FA9-89FD-49E5-8FB5-64D61162F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FA25F-6E87-4A44-BEF5-AAED6328A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563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F167D-D570-C0D1-BFC4-5B1EA654B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DFCF23-306C-1872-CE0B-3CD543ECC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41044-F8EE-4CBA-B3C0-4CC30CAA3EE8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49AF53-5E13-EF81-B44D-D14560A37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6B14AE-B9EB-6151-5CC1-057778F47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FA25F-6E87-4A44-BEF5-AAED6328A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981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70703D-5BBA-1886-EFD5-68C62840E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41044-F8EE-4CBA-B3C0-4CC30CAA3EE8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7855CE-D567-51A2-DD43-51EE208A4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4DAB4-CE7E-A715-5D49-E93E35D0C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FA25F-6E87-4A44-BEF5-AAED6328A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71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A32C8-6FFD-3ADB-6B72-774EF4F46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A32A-92AF-2E1F-967E-46E5292E7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7F5253-DC53-911C-A821-C8AF5A1A6A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4DC638-F09A-63D5-5EFC-7663847A7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41044-F8EE-4CBA-B3C0-4CC30CAA3EE8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13C90-ED13-7B2F-AE4E-F90D5404A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E4CCAE-9545-7083-75E1-F9E7FD00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FA25F-6E87-4A44-BEF5-AAED6328A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650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AF284-2A2A-E2B6-0144-AA703ED03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06DF9F-DB34-7AE8-1E25-F0E9CC395A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E93D86-F9F8-4140-E927-2A8EF8421B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5EEC8-6FDC-FAE4-4E49-0377A0326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41044-F8EE-4CBA-B3C0-4CC30CAA3EE8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1A5763-1A51-8E3C-656E-34C0B8D2F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57E6F-5064-B78C-A573-0E4F2A1B3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FA25F-6E87-4A44-BEF5-AAED6328A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869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8CA81-E5A6-2389-C1A2-9998AD080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AED8F7-8F76-F41C-395A-240B4629A3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503AF-0900-54AB-460F-EC37CFF79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41044-F8EE-4CBA-B3C0-4CC30CAA3EE8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22CC0-8097-182C-3C40-47843C85E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78F4A-7ACB-677C-EDA4-F142F5B09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FA25F-6E87-4A44-BEF5-AAED6328A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984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92C35F-1F97-6EF1-2F52-BE89BD061D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773897-E64F-4136-70BC-C51437015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2BE2B-B5FA-AC03-0005-D42634C8F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41044-F8EE-4CBA-B3C0-4CC30CAA3EE8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91A8F-6A9F-B839-4FC2-3A561B996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3C8FC-F961-22DE-2BD7-BB5CB73C0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FA25F-6E87-4A44-BEF5-AAED6328A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780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C0BAD7-BCE4-9747-564E-7B384D1AA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E56149-EC53-27C9-0D5F-9A72DA7E9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0F7F9-DCC9-EE95-70BA-BE439FD29A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E41044-F8EE-4CBA-B3C0-4CC30CAA3EE8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0C2B9-A76D-A0AE-BCC0-BB3954BC16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91FA4-FC9B-E848-F207-045619C75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BFA25F-6E87-4A44-BEF5-AAED6328A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128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45E0CD62-0783-ADD7-566E-82BD08ECA95B}"/>
              </a:ext>
            </a:extLst>
          </p:cNvPr>
          <p:cNvGrpSpPr/>
          <p:nvPr/>
        </p:nvGrpSpPr>
        <p:grpSpPr>
          <a:xfrm>
            <a:off x="747896" y="653507"/>
            <a:ext cx="10794530" cy="5218987"/>
            <a:chOff x="747896" y="653507"/>
            <a:chExt cx="10794530" cy="5218987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64F8BC1-65C2-29B4-76EC-C6E5D92A81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7896" y="653507"/>
              <a:ext cx="3266078" cy="2163674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8CA6884-CBC8-7762-A121-9F6403AE8E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245308" y="677151"/>
              <a:ext cx="3739909" cy="2349072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5E7A656-7D0C-3E57-444E-9C5BE1A563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02656" y="664918"/>
              <a:ext cx="3239769" cy="2140852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1E42A4D-8D10-4D8B-C1D8-0068ABE690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7896" y="3616121"/>
              <a:ext cx="3266078" cy="2163674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3F1CB41-7C4F-9EE0-D767-C42D4317435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245308" y="3523422"/>
              <a:ext cx="3739909" cy="2349072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B50D79C-4A46-30BA-8B60-E3780F1A72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02657" y="3638943"/>
              <a:ext cx="3239769" cy="21408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998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Habibullah Sarker</dc:creator>
  <cp:lastModifiedBy>Habibullah Sarker</cp:lastModifiedBy>
  <cp:revision>1</cp:revision>
  <dcterms:created xsi:type="dcterms:W3CDTF">2025-12-11T16:33:05Z</dcterms:created>
  <dcterms:modified xsi:type="dcterms:W3CDTF">2025-12-11T16:57:05Z</dcterms:modified>
</cp:coreProperties>
</file>