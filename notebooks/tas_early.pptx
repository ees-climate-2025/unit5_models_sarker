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21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09C98-7238-14AC-0C3C-218C50938E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C39202-A16E-CEC8-B6E2-49E1DA9F6C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A41438-E8BE-4C24-F667-A3F4AF397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1EA80-818B-4575-B29F-374EE5B229E8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A423A6-59E0-F3A8-6B3E-00E434816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B7A63F-B248-9D9F-E19B-ABCA468A3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73C81-ECF4-4B5A-A4BD-039A2A38DA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181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F3057-A629-7E81-33CA-411A9571D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CC9EC-E2DD-8BCC-3B18-43EB688EE8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0BCE39-962C-8EFA-7161-2C9C71B78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1EA80-818B-4575-B29F-374EE5B229E8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EBE4EE-2BEB-CDF3-7DA4-BC2FED49A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7F7969-3F42-4DA3-73F2-64C60F70F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73C81-ECF4-4B5A-A4BD-039A2A38DA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365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BFCEB-12A2-6583-EA47-38CFBA65B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3E8240-EF44-3F1A-E9A0-4188D776AF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E225C1-56C0-6F0C-8E32-93B544F2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1EA80-818B-4575-B29F-374EE5B229E8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4BA75A-5D5E-3951-6FA6-050296406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98AD1F-BA06-28B9-1492-830344CFE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73C81-ECF4-4B5A-A4BD-039A2A38DA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667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01FEB-63A9-A5F7-F7E5-56585A118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99AD3E-068C-B0F7-D328-D3EAEB1354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F2494D-483B-B55F-6D27-F3F600C96D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6E9411-C8FB-1BB9-F4CD-32963B523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1EA80-818B-4575-B29F-374EE5B229E8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00B02E-7A56-008C-5411-A02EA6FD2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367FF7-F3B5-9938-2D60-143C27416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73C81-ECF4-4B5A-A4BD-039A2A38DA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512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1F3EB-A4F7-0CF7-2511-5BD3C51C9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AE9B94-D793-B927-B466-4B234F35C7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C3E77B-4646-3E6F-48CA-8368259275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962642-F595-8CBE-D400-BAD0118E18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4F31C0-51B7-02FF-1070-A4C0042B25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F4321C-0285-4D70-FEE2-97040D731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1EA80-818B-4575-B29F-374EE5B229E8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2E8A5F-3B3D-01C6-65D7-765201113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05C156-BEBF-1E7A-3B2E-78F1C5C04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73C81-ECF4-4B5A-A4BD-039A2A38DA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163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18935-979A-4F41-928C-3A8398BE7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50F956-4D09-121A-B311-353A372A3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1EA80-818B-4575-B29F-374EE5B229E8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02479E-2DF1-2B3C-8AE8-89EF08757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C54CCF-1B13-72BD-4F7A-EC29D51AB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73C81-ECF4-4B5A-A4BD-039A2A38DA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011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C04F44-D3EE-3B72-F6F5-73293E612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1EA80-818B-4575-B29F-374EE5B229E8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38CD94-6974-FB86-877F-94A397D29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66F190-7BEB-F7AA-D8B2-C31AC11B7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73C81-ECF4-4B5A-A4BD-039A2A38DA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34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AFB85-3BA5-FCA6-ECAD-566BA633F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D0AB0-035B-A52E-1B2D-E78FE1BD7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B4A050-488C-8A98-49F7-5E99F09700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F0D2C2-71AF-F0AD-A327-0447D970B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1EA80-818B-4575-B29F-374EE5B229E8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D7DDAB-8A0D-04D0-BF15-9C4BDC0A9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F2C63D-8377-05A7-AA84-471DE8D01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73C81-ECF4-4B5A-A4BD-039A2A38DA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560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45CE9-8357-FD6F-1823-0DF749DD9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7F82A9-E2E1-8966-7021-285B8880A5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A48872-6401-7AAD-3650-A6D089D539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0F32D5-024F-9E85-1F58-4E820F907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1EA80-818B-4575-B29F-374EE5B229E8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72CA20-BDCC-89FB-E3D5-E50FF49B0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5AF928-0B6E-5D76-2E4C-AA184DC86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73C81-ECF4-4B5A-A4BD-039A2A38DA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74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A70BF-32DA-2485-D973-E5C824018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3D4907-76F7-D9EE-4792-8D5966E16A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52CB8D-BF6B-93A9-664E-E6C5972BB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1EA80-818B-4575-B29F-374EE5B229E8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7C5428-426F-7A79-DD01-2B7C2CE51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FE574F-F578-61EA-3A08-050DC0FF3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73C81-ECF4-4B5A-A4BD-039A2A38DA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305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0CA88E-7440-ED55-CF51-5768DE64F1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316472-4CE6-FCDF-EF15-AA3AEE639B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12C1A9-2EC7-7A08-68D4-E237B087A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1EA80-818B-4575-B29F-374EE5B229E8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71BD2C-FD34-4423-79AF-9C896DA62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00438-7D2E-DDD2-DA8F-3541F39C6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73C81-ECF4-4B5A-A4BD-039A2A38DA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431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4E778D-292D-1AA6-9423-EB5847484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6AA884-6FBF-322A-3FBB-995486E65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84ECD0-9E6D-D28F-E949-98E9EBA371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B1EA80-818B-4575-B29F-374EE5B229E8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5C7A0A-0BE3-E7F3-BD41-B4E1C0D497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11AD71-1F64-236E-9FE1-F6F896ADE8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473C81-ECF4-4B5A-A4BD-039A2A38DA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175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roup 81">
            <a:extLst>
              <a:ext uri="{FF2B5EF4-FFF2-40B4-BE49-F238E27FC236}">
                <a16:creationId xmlns:a16="http://schemas.microsoft.com/office/drawing/2014/main" id="{89446A1C-40A1-17B3-2F95-CE3A030778F0}"/>
              </a:ext>
            </a:extLst>
          </p:cNvPr>
          <p:cNvGrpSpPr/>
          <p:nvPr/>
        </p:nvGrpSpPr>
        <p:grpSpPr>
          <a:xfrm>
            <a:off x="979229" y="769850"/>
            <a:ext cx="10486188" cy="5318301"/>
            <a:chOff x="979229" y="769850"/>
            <a:chExt cx="10486188" cy="5318301"/>
          </a:xfrm>
        </p:grpSpPr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C71A9955-51D7-D330-ACA0-45E68FAB5D7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9229" y="862549"/>
              <a:ext cx="3266078" cy="2163674"/>
            </a:xfrm>
            <a:prstGeom prst="rect">
              <a:avLst/>
            </a:prstGeom>
          </p:spPr>
        </p:pic>
        <p:pic>
          <p:nvPicPr>
            <p:cNvPr id="71" name="Picture 70">
              <a:extLst>
                <a:ext uri="{FF2B5EF4-FFF2-40B4-BE49-F238E27FC236}">
                  <a16:creationId xmlns:a16="http://schemas.microsoft.com/office/drawing/2014/main" id="{E1883E26-FFEF-7A4B-DC78-D9D2BB6F03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326194" y="769850"/>
              <a:ext cx="3739909" cy="2349072"/>
            </a:xfrm>
            <a:prstGeom prst="rect">
              <a:avLst/>
            </a:prstGeom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4BA7CFE3-43EB-2892-C776-9C6589CBBAC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225648" y="885371"/>
              <a:ext cx="3239769" cy="2140852"/>
            </a:xfrm>
            <a:prstGeom prst="rect">
              <a:avLst/>
            </a:prstGeom>
          </p:spPr>
        </p:pic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73C39F8C-07C4-C81B-064E-603048418D5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9229" y="3732096"/>
              <a:ext cx="3266078" cy="2163674"/>
            </a:xfrm>
            <a:prstGeom prst="rect">
              <a:avLst/>
            </a:prstGeom>
          </p:spPr>
        </p:pic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BAFFBFDE-A6CC-99EC-E607-F18A066FDA2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326193" y="3739079"/>
              <a:ext cx="3739909" cy="2349072"/>
            </a:xfrm>
            <a:prstGeom prst="rect">
              <a:avLst/>
            </a:prstGeom>
          </p:spPr>
        </p:pic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23EC8BDD-EBB1-D7D2-3307-793164922C7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225648" y="3754918"/>
              <a:ext cx="3239769" cy="214085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625663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Habibullah Sarker</dc:creator>
  <cp:lastModifiedBy>Habibullah Sarker</cp:lastModifiedBy>
  <cp:revision>1</cp:revision>
  <dcterms:created xsi:type="dcterms:W3CDTF">2025-12-11T16:11:25Z</dcterms:created>
  <dcterms:modified xsi:type="dcterms:W3CDTF">2025-12-11T16:32:57Z</dcterms:modified>
</cp:coreProperties>
</file>