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A3785-1113-972F-4B62-14370D4210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5AFD5B-2BEB-55C6-4932-F1294B11ACC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C0EC8C-00C5-F0AB-B3E0-BD97908F5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B24AD-D73D-952F-0F73-80333CB0C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5F9608C-1FE3-8A72-F1B2-9E9C59C093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0708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6C2D75-CE62-29C2-CBEF-44E0C7A74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92C3E-FDFB-5691-301F-E1537F52CF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1BF55-3D11-263B-7BB9-CBA81CD354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31660E-5FEB-2C1D-A3E0-CEDB1E1DB7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A4D936-E882-4FAE-80ED-0FF1EDFF0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1404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BB5FA-75B9-4F14-A102-290DC0CC6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7835FA-0E28-C058-D698-8E1F0A894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5E6929-3B37-7287-CC31-7C41FBC81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6A67C5-A12C-7580-367A-500D18BC0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67D48-65F7-F04D-2F9A-79B061B44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06184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E2A140-8A5D-CEF0-B856-920EAB8E2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E0402-E728-7D16-35A9-F51502C32A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183943-FCAA-CC06-F549-056072BC12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57AEB0-C167-3205-CA6C-65D82E53F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794DEC-5A82-6420-88F9-FE2178EC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1121AF-5B8C-552C-BDC4-BDA3E553E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956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6D397-DCEC-DD46-0A37-0674DDB86F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EC1780-6EBC-12DC-A170-44BFECF74D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22A755B-9459-C349-4B6B-34B0AA3387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6E26ED-EBDF-DABE-82C9-B05F535C27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43984E-2432-14A3-65BE-DD0BA89BE9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5870D9-E412-A212-C77E-D0067912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AC48A7-4F4B-4917-D1E1-3C66EC0075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2C8778-5569-F70B-9007-B321CB983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864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EC77E-E0F9-C279-41E7-37EC13022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8A8C235-EF49-0F8C-A01A-54314B3D17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9545224-4FF1-0430-E357-A364F0CBCD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349B27D-E352-5578-4094-132415483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53645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69B4E8-A754-A4E3-8943-7CB1D9C1E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79D286-3B8C-B11A-8040-8AA282FF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06A60F-336A-3027-751A-BF470B273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117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4F6F6-0E94-3EB7-A31C-262934AFF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474879-ED4E-1ED1-C88A-7D9B1276A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6797611-BF3C-29E4-401E-125060F762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E950D6-E859-A2E9-AF00-A1A90E1078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8A6D7-C7E9-247F-F7DC-46CDC39551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BEA234-0CEC-9356-92C6-0CC9EADCA0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23453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DBF104-9FC5-5DEA-E3A1-F0F9305EA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B9B8AC-32CD-912D-9DAC-9073D1C1601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F2D916-AADD-7227-D3BF-E38F5EC03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9484A3-125D-A94F-778C-01F4ED440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18B50B-7035-AE49-3E4E-517AE8307D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C10EDD-D933-9C57-8391-9F063CF4C6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525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7CD67-BDB2-A928-9F1A-46E731180B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DEA7E6-05C5-836D-4254-B516C3BAE8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822823-C179-6ED5-920C-391C3412B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E98417-50A5-CF41-4DE3-E2D34CC909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E0C1F1-B2B0-296E-8A89-E2953DC264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589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042C35E-8997-682F-01CD-78A03D70158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BC081C-676D-7B9F-690E-5FF976670F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46F65E-DD86-B164-593E-4B05A81E5B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96629-57AD-5888-2F3A-49AB529CE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28CC1F-F4C3-CCA4-C7D5-7EA99012E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8290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48CCF97-CF75-EC28-4BBE-A9C1A553F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1B6AD4-02D8-640C-F734-C7A54B67F8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1969D-E031-DCD0-AAAD-BC057CA8F6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E3F2EEE-973C-4132-8FC9-B50F6220C434}" type="datetimeFigureOut">
              <a:rPr lang="en-US" smtClean="0"/>
              <a:t>12/11/2025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0D7D7-175C-A1F7-CB43-74C96B3D3D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3D280-2F05-D1B9-726B-680C05B5F8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A7A1A7A-E88A-498D-A981-65E3E67C6C6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561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631716E8-CD3D-ACA6-FC67-E93237F8A00D}"/>
              </a:ext>
            </a:extLst>
          </p:cNvPr>
          <p:cNvGrpSpPr/>
          <p:nvPr/>
        </p:nvGrpSpPr>
        <p:grpSpPr>
          <a:xfrm>
            <a:off x="751580" y="618502"/>
            <a:ext cx="10931394" cy="5073688"/>
            <a:chOff x="751580" y="618502"/>
            <a:chExt cx="10931394" cy="5073688"/>
          </a:xfrm>
        </p:grpSpPr>
        <p:pic>
          <p:nvPicPr>
            <p:cNvPr id="1028" name="Picture 4">
              <a:extLst>
                <a:ext uri="{FF2B5EF4-FFF2-40B4-BE49-F238E27FC236}">
                  <a16:creationId xmlns:a16="http://schemas.microsoft.com/office/drawing/2014/main" id="{6B8568C8-AA84-6DAB-7D09-C1BDA0D729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579667" y="807650"/>
              <a:ext cx="3547244" cy="205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4" name="Picture 10">
              <a:extLst>
                <a:ext uri="{FF2B5EF4-FFF2-40B4-BE49-F238E27FC236}">
                  <a16:creationId xmlns:a16="http://schemas.microsoft.com/office/drawing/2014/main" id="{A88EBD17-D1F1-7B6E-AD9A-9C069C2CB2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4584478" y="3634790"/>
              <a:ext cx="3547243" cy="205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3C8D3769-76C7-F458-623A-22A96C9C90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130919" y="811048"/>
              <a:ext cx="3547243" cy="205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6" name="Picture 12">
              <a:extLst>
                <a:ext uri="{FF2B5EF4-FFF2-40B4-BE49-F238E27FC236}">
                  <a16:creationId xmlns:a16="http://schemas.microsoft.com/office/drawing/2014/main" id="{5125F5AF-ED45-C661-81AF-23FE6E31259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8135730" y="3631392"/>
              <a:ext cx="3547244" cy="205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2" name="Picture 8">
              <a:extLst>
                <a:ext uri="{FF2B5EF4-FFF2-40B4-BE49-F238E27FC236}">
                  <a16:creationId xmlns:a16="http://schemas.microsoft.com/office/drawing/2014/main" id="{85C608F5-D9E1-A87B-BE58-AB95F224E0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38035" y="3631392"/>
              <a:ext cx="3547243" cy="205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6" name="Picture 2">
              <a:extLst>
                <a:ext uri="{FF2B5EF4-FFF2-40B4-BE49-F238E27FC236}">
                  <a16:creationId xmlns:a16="http://schemas.microsoft.com/office/drawing/2014/main" id="{A1A5EF47-1660-9FD1-95F7-25703F5D04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 bwMode="auto">
            <a:xfrm>
              <a:off x="1038036" y="811048"/>
              <a:ext cx="3547243" cy="20574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83661211-CB10-39D3-9818-D7E8C5916F21}"/>
                </a:ext>
              </a:extLst>
            </p:cNvPr>
            <p:cNvSpPr txBox="1"/>
            <p:nvPr/>
          </p:nvSpPr>
          <p:spPr>
            <a:xfrm>
              <a:off x="751580" y="618502"/>
              <a:ext cx="290464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a)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79DAE3A2-A320-1AB4-EFA2-A2B0307762DD}"/>
                </a:ext>
              </a:extLst>
            </p:cNvPr>
            <p:cNvSpPr txBox="1"/>
            <p:nvPr/>
          </p:nvSpPr>
          <p:spPr>
            <a:xfrm>
              <a:off x="4367833" y="647498"/>
              <a:ext cx="2936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b)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CC1844EA-A254-918B-15CE-DF998CC8367C}"/>
                </a:ext>
              </a:extLst>
            </p:cNvPr>
            <p:cNvSpPr txBox="1"/>
            <p:nvPr/>
          </p:nvSpPr>
          <p:spPr>
            <a:xfrm>
              <a:off x="7990496" y="647498"/>
              <a:ext cx="2888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c)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48713888-FE78-F029-D7BA-07E5785ED2A5}"/>
                </a:ext>
              </a:extLst>
            </p:cNvPr>
            <p:cNvSpPr txBox="1"/>
            <p:nvPr/>
          </p:nvSpPr>
          <p:spPr>
            <a:xfrm>
              <a:off x="751580" y="3627992"/>
              <a:ext cx="293670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d)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B5BC855-3499-9B8B-357F-9317DDA10AB4}"/>
                </a:ext>
              </a:extLst>
            </p:cNvPr>
            <p:cNvSpPr txBox="1"/>
            <p:nvPr/>
          </p:nvSpPr>
          <p:spPr>
            <a:xfrm>
              <a:off x="4290805" y="3627991"/>
              <a:ext cx="288862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e)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8EBBC369-80ED-8894-94E1-74AE94D1F00F}"/>
                </a:ext>
              </a:extLst>
            </p:cNvPr>
            <p:cNvSpPr txBox="1"/>
            <p:nvPr/>
          </p:nvSpPr>
          <p:spPr>
            <a:xfrm>
              <a:off x="8013167" y="3627990"/>
              <a:ext cx="260008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/>
                <a:t>f)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385156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12</Words>
  <Application>Microsoft Office PowerPoint</Application>
  <PresentationFormat>Widescreen</PresentationFormat>
  <Paragraphs>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Habibullah Sarker</dc:creator>
  <cp:lastModifiedBy>Habibullah Sarker</cp:lastModifiedBy>
  <cp:revision>2</cp:revision>
  <dcterms:created xsi:type="dcterms:W3CDTF">2025-12-11T15:13:45Z</dcterms:created>
  <dcterms:modified xsi:type="dcterms:W3CDTF">2025-12-11T16:03:20Z</dcterms:modified>
</cp:coreProperties>
</file>