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07C-6633-36F4-FA2D-B03BB8C12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2D405-23F7-928D-3A23-BCE4B879D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4385E-581E-8640-5ADC-8C67823E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DFB80-FECD-CC64-A3D3-CC46738A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11C04-693B-3790-3E9A-80E36A24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5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A98B-CF05-6EEB-7C1F-E78457BB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A5532-F3C5-5034-724E-167F4924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D1D55-7C2D-C4DF-EE8F-D5575F2B8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8164B-71A2-6255-91C9-F22EAB0E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2646D-6517-616C-634B-79E0BC85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2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196C-9568-93C6-3E13-34560489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B79F8-1EB2-6257-96CB-523CB6B8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03AFE-600B-BF1A-DED4-8C37A670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0C26F-1809-D6E7-AEE0-E63E158D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3F7EC-AEE5-7E11-CC05-F983EC86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2754-7205-F812-253B-0C43E78D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6397-A89F-35BF-0FEE-004BFC298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77DD2-650F-369C-8F54-7691A90A2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17040-BEE6-CE9D-065F-CC6E41C0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3A848-B2A8-E26F-0B1C-F146A75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31592-AA88-A5C6-17B4-683670BE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1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F200B-E8F4-982F-BF98-E102CB96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E6ACF-A4DB-E4ED-D6B7-E21C959B8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89424B-3689-4232-3DCD-76DB4DF5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F6EF2-D510-4708-3249-8164387FE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A9CC7-3B84-9F03-4939-1493AFB16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1A88C-6361-66D5-82B2-9C414BC9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5B92B-96A4-EB04-B98D-76ED86C2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B5ABE-067C-D297-190B-AA24E554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23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9C9C-2990-F272-4BDB-8D03AC8B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77AAA-6BCA-898A-5BA9-AFF71DA3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6C95-E161-DEF3-1F35-D81E122F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0D1E6-9E69-84D8-6C05-1359B5CB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B863B-3781-E8E4-7620-01ABBFDA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7E385-625C-DB5F-83B1-A5A0B206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314C7-6355-1391-83B2-CCCEEBAB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7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E1DC-75CE-EAC0-4A0F-18AB9C09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DCB58-6908-7080-EC14-4B32FBFF0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A8F65-588D-51CA-AAFD-A3A61FE53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695E-46BF-CD0A-B218-F980745D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4B26-E5EB-0C20-FA97-1F5CD6597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B778-B416-1908-7834-93A1F8F4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5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525A-381A-FE0D-516E-74798F93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A2D2E-1212-1E09-BC65-87A7AA46F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2A535-6164-413A-2ABF-5BE2BEE1D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9417F-3F11-CA12-6FD0-7071F1E9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FDA7F-06A7-EC61-01C4-2E6E65CA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67BCB-1B19-1CEC-63FD-48F41E47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8722-71B5-BB14-8487-EE688165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AED61-C21E-1ADB-263A-D7CEBE99D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A92-0A52-96DE-5666-35CF2878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49B5-B3A7-905D-D5CD-FE9040B1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4A779-A221-38C5-E0C0-BDB36378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8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15193-BAD8-1FA5-605B-4C1A75517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1B527-83AD-C4B2-FE9F-DF96A8E2C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01F2-711F-82E5-50A9-AAE335B6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BD339-7640-114B-B9E7-A821A521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0209B-FA10-9BAD-4B5A-2EF3020E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3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2D6E4-ECC2-451F-8A52-0ADC659D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BC851-891A-D002-9FC0-1695B7955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20D2A-1AE1-ACD6-46AB-EFE6F0729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688F4-E1EA-4547-A6D1-C8B87DC85A8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2E07-1300-E960-91D7-B9261F5AD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7E79-EF7E-D655-0A27-7291CD64F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C1B21-248B-46D5-B89B-42257F47C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5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92DC98D-A87E-B914-F161-3D0A41EEE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517" y="750749"/>
            <a:ext cx="3270192" cy="2130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09046-1061-8D9E-204D-DB626A71D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1467" y="611146"/>
            <a:ext cx="3743538" cy="2410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4868F9-C6F7-D2ED-355B-482739AFF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7893" y="750749"/>
            <a:ext cx="3239769" cy="2105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18012D-CB7E-C31F-BB6C-8BEFEA0EBA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517" y="3858967"/>
            <a:ext cx="3270192" cy="2130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748770-D03D-56E3-748D-5FB241E86E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4231" y="3647952"/>
            <a:ext cx="3743538" cy="2410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20DD94-A38E-70DC-6CFC-837668C4BD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7893" y="3647952"/>
            <a:ext cx="3239769" cy="21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8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2025-12-11T17:09:41Z</dcterms:created>
  <dcterms:modified xsi:type="dcterms:W3CDTF">2025-12-11T17:13:18Z</dcterms:modified>
</cp:coreProperties>
</file>