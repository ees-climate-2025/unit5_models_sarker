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2B405-8FB3-9DD8-7047-56CF2D0CA4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49AD21-D21B-F6EA-F75E-6D6F9AE833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D4527-E56A-CC9A-6DB7-1BAF6D14D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BE80-84F9-4EE6-B3BC-52A711EF89D3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87403-57CB-EB6D-A502-2900057E5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BE877-F157-E73D-4934-ED3419CF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2AE7F-5106-4DB8-BEE2-67BE188A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25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954E6-320B-88FF-C463-9C6500FE4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942A-F311-D30E-B835-9FD720E56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39F56-21E5-BC89-0D6D-1D76DB4E9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BE80-84F9-4EE6-B3BC-52A711EF89D3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F515D-3D81-4715-F356-8AC53EAEC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C47C3-B64C-15E4-E03E-AA9DEE075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2AE7F-5106-4DB8-BEE2-67BE188A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25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429D4-88BF-89CF-9836-D46BAE392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E5B9E-C376-2F39-1A04-EA6EC6264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8CCDC-C301-3C8E-27C8-964C0BA55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BE80-84F9-4EE6-B3BC-52A711EF89D3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4E449-E45E-2EAE-A014-2402C9F17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2290F-BB12-EEC0-B8D5-1B3770090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2AE7F-5106-4DB8-BEE2-67BE188A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61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3D861-4108-C2BC-9F91-75B2AA2D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EC5EB-242D-3C92-31D2-69D41A46C3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389936-F5E8-D62A-C9A6-ABC726B23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3B12B-506D-2EDB-B54D-2AD758AA3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BE80-84F9-4EE6-B3BC-52A711EF89D3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D5A1A7-C8AD-5EEC-0E05-AB990E148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A2FE6-321E-BBDC-11A9-0F926D747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2AE7F-5106-4DB8-BEE2-67BE188A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0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58A81-ECC7-1714-1B95-91A29FF30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725FE-62C2-4684-C51C-4AEB16CE6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345770-6EEF-4AC0-74E0-6E304863A8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D7C3F9-0BEB-CD68-A6FF-8BC113AB90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019D57-2673-9CCF-28F0-EB160FB58A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B19DD9-03FB-FB62-CED5-069CD7A23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BE80-84F9-4EE6-B3BC-52A711EF89D3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7B8A17-17F9-748C-4A01-579FED450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C705B0-662D-FA36-3A1F-E3E691878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2AE7F-5106-4DB8-BEE2-67BE188A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2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A89F6-6C12-BBE4-EBFC-16B2D9CBE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940D5E-917D-7186-CD6A-BB8FCE4A2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BE80-84F9-4EE6-B3BC-52A711EF89D3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18F35-A2B2-E8A4-6C96-34091CC58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92787-7B11-1C60-7AD2-CC6AD20F9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2AE7F-5106-4DB8-BEE2-67BE188A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119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57A7AC-0AA8-707C-1206-E18A1CD1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BE80-84F9-4EE6-B3BC-52A711EF89D3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56B3E1-0C55-877D-5E12-AE3F719F3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D86C4-C031-8966-47AF-80C23E037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2AE7F-5106-4DB8-BEE2-67BE188A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744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E11F7-F591-CE65-B49F-D3DA64677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7C899-5CA2-0B23-6C60-608F54F69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3D049F-AB84-422D-FA47-F9B7302D8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F23E5-0FC9-D3C0-D185-121B9C388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BE80-84F9-4EE6-B3BC-52A711EF89D3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4385F-DDCA-3D60-B4ED-882915060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579812-0C8C-073C-1A16-E0B24D12C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2AE7F-5106-4DB8-BEE2-67BE188A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2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8CCF-C8B7-A49D-D032-A173BDE6D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F75AEB-9CBF-A850-7670-08EAA013E1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BD37C8-3D3E-0F3E-3FDE-C58243B8F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7FF75-3E48-A372-A952-361B4F498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BE80-84F9-4EE6-B3BC-52A711EF89D3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D2102-113A-389B-FDCF-752549818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F2CD2-F829-3607-2BBC-9DE5759F1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2AE7F-5106-4DB8-BEE2-67BE188A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595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81CC4-588F-4F9C-5EC4-6D5E5EE48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53C993-F730-EDDD-C18E-947F2360F0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0F25E-2757-C9B6-2CFE-321D0C85C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BE80-84F9-4EE6-B3BC-52A711EF89D3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576C8-4FDB-6A0C-FCB4-FCDF7C784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FB8A5-81C8-07B9-F7A1-DD76506E8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2AE7F-5106-4DB8-BEE2-67BE188A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85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8D0CE7-91C9-C2DC-C8AB-BC032A6442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319BB6-D5DA-F97A-18BE-98788F3D0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0C303-8360-D17F-608A-45C99D9A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FBE80-84F9-4EE6-B3BC-52A711EF89D3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E171C-E78B-A62A-849B-8CDE8C2B9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47902-7BC8-47DF-8B90-ACEE1C16D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B2AE7F-5106-4DB8-BEE2-67BE188A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094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EE4072-77C8-BAB4-A443-CA83C1C7D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4D27F-7EE3-2431-8309-042A9561F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310C7-2B2E-7DBA-4868-A8E898DC2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DFBE80-84F9-4EE6-B3BC-52A711EF89D3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933C6-9A4B-4403-9899-30917F2F32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67E26-6347-E943-2F17-5B80668776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B2AE7F-5106-4DB8-BEE2-67BE188A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543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C14B328-C7E0-234E-A4E9-76F5D063C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7639" y="877796"/>
            <a:ext cx="3270192" cy="21308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84FD09-102E-5586-B407-BD53BB8BAB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2168" y="763302"/>
            <a:ext cx="3743538" cy="24100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4AEF7E-096A-0FB3-7A0E-40AE385C09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03116" y="877796"/>
            <a:ext cx="3239769" cy="21057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EBE5EF1-8E13-92DD-39EC-1E9A6B6CB0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7639" y="3824204"/>
            <a:ext cx="3270192" cy="21308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ABF756-3151-E923-D895-B078C806CB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72168" y="3704566"/>
            <a:ext cx="3714863" cy="24145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67066A-2C8F-82B2-C7DC-0B7E0778C9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03116" y="3824204"/>
            <a:ext cx="3239769" cy="210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41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Habibullah Sarker</dc:creator>
  <cp:lastModifiedBy>Habibullah Sarker</cp:lastModifiedBy>
  <cp:revision>1</cp:revision>
  <dcterms:created xsi:type="dcterms:W3CDTF">2025-12-11T17:01:30Z</dcterms:created>
  <dcterms:modified xsi:type="dcterms:W3CDTF">2025-12-11T17:05:35Z</dcterms:modified>
</cp:coreProperties>
</file>