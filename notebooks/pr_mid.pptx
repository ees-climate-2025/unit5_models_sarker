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F818-A66F-C387-4508-85BE61799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79255-2962-E68C-6B64-29D727CDF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09DE6-C976-3DBD-9A94-24F6A23F4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BD597-E580-8B09-1560-4C1DF9647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5D952-BEDB-A892-F3B9-03E0209E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8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44811-F676-758B-5DBD-E060A37D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05F22-9E62-9D35-10AD-E59C9E978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0A0F9-2B69-08AD-3501-0222AAA2F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F37D3-8A4A-F979-8A8A-2EEF2AB8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AF5A2-49F9-1F5C-43F6-32341F96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1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26BE9-7F37-335E-5E8A-2A593BB89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D89FD-7643-9B73-D274-6A4110BFA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97093-6BE5-D979-DBAA-D7891964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FEDB1-2D3D-DD73-6C19-11F8FC5F3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C39A2-CDA1-9B71-B123-9EBF6B16F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2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4F4D-F35D-5B9A-DC69-802EF0AA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D40B3-8936-02F5-32C3-146FC1FA1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7E092-458D-6238-C064-B7694A351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FE9DA-5B04-5C02-7B76-EAD124BA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50600-78DA-572D-3337-D7128DF0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B9CE3-8B19-085A-FACC-9FBAC4A0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9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11938-52D7-9DEE-1894-B17E07C6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C7828-4E35-4295-CCDB-F1833B2C5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3AD42-7670-A5BD-8276-937835BB7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0FE64A-9B4C-E8C3-E830-23985094A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1D9B82-9A69-A3C2-1D61-1756D6C70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D0370E-71AE-E632-AEB7-2948C95C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490836-531E-B1EB-9AC9-3BC0F651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2686B2-B2FA-6E4D-F9E0-59B0255C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5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C4C7-4230-A45E-229F-FFD2535F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67872-CCFD-1EC3-9BBB-90E656BE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D6EA6-7AEC-FCE5-22EF-F59C8D783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27770-9C6F-581D-399D-1944BE20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8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A4110-C4A1-9A61-9C97-17AD3109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AE812-BE08-54C5-F456-ECCFCA95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3D70B-E72D-29BF-32D3-81EFD868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86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72E2-955B-F2C4-53E1-3F9917D5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098B2-2019-D1C8-FDE3-3B275BBBF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2483A-A063-A280-D7F2-504E9E730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FDCB-C088-0AB9-C5FB-8312182E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76FC0-15E5-F59D-01AD-FABA4719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55549-C14A-7186-5F1D-C776FD8E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6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6A33-FEE3-547A-A853-2324D501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3BF884-4612-D4D7-C80D-BB5910E3F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76A20-71F1-CC8D-B64F-3C965A59E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DF4D2-7AFF-ED5C-B13E-8C891459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D5EE6-ABC6-1718-EE48-E101DCA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9C831-1073-90D6-9435-74CF915F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D0D8-57EF-DCEC-0818-C24E4EA2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01DBE-F1DB-F4EF-0968-45A0ED6FA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7A4E3-8F43-3A59-41F8-29D3E65E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DDE56-0126-C7BE-9BF7-A745AE416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361A0-D249-460B-36F8-6E7565F6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2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07CD3A-F076-142C-8BCC-64AF2DE92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72731-7CF2-A2C3-35E9-C2B4171CE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CED5C-0EDB-A517-A4DF-6A02AC05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D123B-7457-F698-587E-0A9C6342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5CA15-F786-69C1-EDFF-305ABD3D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7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63CC26-290D-4E79-B9D6-6D1C015F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25CF3-0E2A-4FEA-3051-EF1D159D3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A2096-F23A-7648-C888-27A568D56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B5279-989C-4D1E-982F-38BD3B34D18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38910-5E7E-3927-5BD5-1494ABDDA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CA665-B78E-90D4-0BB2-BB7CD7A3B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E8F40-34E1-4398-8597-0ED2A5594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86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A68B18A-32F1-71BD-CAF1-801DDDF161F8}"/>
              </a:ext>
            </a:extLst>
          </p:cNvPr>
          <p:cNvGrpSpPr/>
          <p:nvPr/>
        </p:nvGrpSpPr>
        <p:grpSpPr>
          <a:xfrm>
            <a:off x="647517" y="611146"/>
            <a:ext cx="10896965" cy="5227950"/>
            <a:chOff x="647517" y="611146"/>
            <a:chExt cx="10896965" cy="522795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3CC0E15-7655-CDC2-3758-F527DA690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7517" y="750749"/>
              <a:ext cx="3270192" cy="213089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3897CBF-88A6-060B-E416-FEE40398E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24231" y="611146"/>
              <a:ext cx="3743538" cy="241009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44F0E8-5972-AC63-0B2A-E65C79CE1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04713" y="750749"/>
              <a:ext cx="3239769" cy="210578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42E2E74-503A-707D-11D1-DB50535EB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7517" y="3529544"/>
              <a:ext cx="3270192" cy="213089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DF41F1-48BD-44C8-ADA8-05233E747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24231" y="3429000"/>
              <a:ext cx="3743538" cy="241009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2A052E7-CC75-66EC-2E89-161A49DC3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04713" y="3529544"/>
              <a:ext cx="3239769" cy="2105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3231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Habibullah Sarker</dc:creator>
  <cp:lastModifiedBy>Habibullah Sarker</cp:lastModifiedBy>
  <cp:revision>1</cp:revision>
  <dcterms:created xsi:type="dcterms:W3CDTF">2025-12-11T17:05:41Z</dcterms:created>
  <dcterms:modified xsi:type="dcterms:W3CDTF">2025-12-11T17:09:37Z</dcterms:modified>
</cp:coreProperties>
</file>